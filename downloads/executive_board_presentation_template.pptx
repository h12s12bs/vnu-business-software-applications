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P01 ｜ 全通路智慧零售轉型暨供應鏈 AI 自動化升級三年旗艦方案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董事會高階決策專案審查報告 ｜ 麥肯錫 SCQA 架構 ｜ 報告人：邱俊維 博士指導專案小組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P02 ｜ 執行摘要：三大核心營運指標突破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30 秒電梯簡報：年報廢減少 3,600 萬、客單價提升 8.5%、投資回收期僅 1.4 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P03 ｜ 近五年營運績效回顧：規模突破與利潤拐點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2020-2024 營收突破 3,450 億大關，本業營業利益率攀升至 5.69% 創歷史新高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P04 ｜ 門市第一線營運痛點深潛剖析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經驗訂貨失真導致鮮食年報廢 1.2 億元，門市夥伴每日耗損 60 分鐘於重複勞動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P05 ｜ 破局核心：以 Agentic AI 構建智鏈零售中樞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告別被動軟體操作，導入需求預測、物流調度與公文排版三大 AI 代理人工作流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P06 ｜ 人機協同 (Human-in-the-Loop) 門市賦能機制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AI 代理人完成 90% 繁重數據運算，店長僅需 3 分鐘紅黃綠燈精準抽檢覆核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P07 ｜ 同業競爭力對標矩陣 (Competitive Benchmarking)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對比主要超商量販同業：在門市密度、鮮食週轉天數與數位會員覆蓋率取得領先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P08 ｜ 三年落地推展期程藍圖 (Implementation 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2025 H1 示範 50 店 POC ➔ 2025-2026 六都 2,500 店 ➔ 2027 全台 7,100 店全覆蓋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P09 ｜ 財務投資效益與資本回收期 (CAPEX &amp; ROI)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總資本支出 5,000 萬元，年創造效益 4,200 萬元，五年淨現值 (NPV) 達 1.12 億元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P10 ｜ 結論與董事會決策建議 (Decision Required)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B5563"/>
                </a:solidFill>
                <a:latin typeface="Microsoft JhengHei"/>
              </a:defRPr>
            </a:pPr>
            <a:r>
              <a:t>提請董事會正式核准專案預算 5,000 萬元，並成立跨部門轉型指導委員會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1E3A8A"/>
                </a:solidFill>
                <a:latin typeface="Microsoft JhengHei"/>
              </a:defRPr>
            </a:pPr>
            <a:r>
              <a:t>重點一：管理意涵洞察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透過 Agentic AI 梳理海量歷史數據，將原本零散之門市資訊整合為可執行之決策依據，杜絕人為盲區。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B45309"/>
                </a:solidFill>
                <a:latin typeface="Microsoft JhengHei"/>
              </a:defRPr>
            </a:pPr>
            <a:r>
              <a:t>重點二：量化指標落實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明確制定 KPI 追蹤軌跡，包含毛利率、週轉天數與投資報酬率，確保每一分資本支出皆具備可驗證效益。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194560"/>
            <a:ext cx="2834640" cy="5486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重點三：人機協同把關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74151"/>
                </a:solidFill>
                <a:latin typeface="Microsoft JhengHei"/>
              </a:defRPr>
            </a:pPr>
            <a:r>
              <a:t>確立人類經理人為最終簽核仲裁者，AI 負責繁複運算，形成高效率與零風險並存的現代化營運架構。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